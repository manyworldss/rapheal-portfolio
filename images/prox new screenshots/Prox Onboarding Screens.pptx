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7810500" cy="8572500"/>
  <p:notesSz cx="8572500" cy="7810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105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105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105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105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105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105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105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105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105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105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105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105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105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10500" cy="857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2026-06-18T20:03:40Z</dcterms:created>
  <dcterms:modified xsi:type="dcterms:W3CDTF">2026-06-18T20:03:40Z</dcterms:modified>
</cp:coreProperties>
</file>